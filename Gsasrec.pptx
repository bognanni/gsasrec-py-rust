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risultati ottenuti:</a:t>
            </a:r>
          </a:p>
          <a:p>
            <a:pPr marL="0" indent="0">
              <a:buNone/>
            </a:pP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815</TotalTime>
  <Words>1356</Words>
  <Application>Microsoft Office PowerPoint</Application>
  <PresentationFormat>Widescreen</PresentationFormat>
  <Paragraphs>98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RISULTATI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19</cp:revision>
  <dcterms:created xsi:type="dcterms:W3CDTF">2026-04-14T13:26:23Z</dcterms:created>
  <dcterms:modified xsi:type="dcterms:W3CDTF">2026-05-05T20:34:54Z</dcterms:modified>
</cp:coreProperties>
</file>